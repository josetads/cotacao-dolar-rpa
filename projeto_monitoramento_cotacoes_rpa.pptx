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Projeto RPA – Monitoramento de Cotações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Automação em Python para coletar e registrar cotações de moedas (Dólar, Euro e Real) em Excel.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Automatizar a coleta de cotações monetárias e registrar em uma base Excel organizada.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Moedas Monitoradas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Dólar (USD), Euro (EUR) e Real (BRL) organizados em colunas específicas.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Fonte dos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Dados obtidos automaticamente da API oficial do Banco Central do Brasil.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Estrutura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Pastas principais: src (código), Database (Excel), e arquivos de configuração.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Arquivo Excel de Base de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Arquivo único: Database/dados_dolar.xlsx contendo histórico das moedas.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Estrutura da Tabela Excel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Colunas: Data | Dólar | Euro | Real. Primeira linha formatada como cabeçalho.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Funcionamento do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programa coleta as cotações e adiciona uma nova linha no Excel automaticamente.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Arquivos Python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coletor_dolar.py, excel_manager.py e main.py organizam as funções da automação.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Fluxo de Execução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main.py → coleta dados → atualiza Excel → salva histórico.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Automação com Agendador do Windows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Windows Task Scheduler executa o script automaticamente em horários definidos.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Execução Automática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Um arquivo .bat ativa o ambiente Python e executa o script principal.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Benefícios da Automação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Monitoramento contínuo, eliminação de tarefas manuais e geração automática de histórico.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Possíveis Melhorias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Gráficos automáticos no Excel, dashboard e alertas por e-mail.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Projeto demonstra aplicação prática de RPA com Python e integração com dados financeiros.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